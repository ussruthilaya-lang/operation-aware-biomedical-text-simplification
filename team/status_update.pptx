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Operation-Aware Biomedical Text Simplification</a:t>
            </a:r>
          </a:p>
          <a:p>
            <a:r>
              <a:rPr sz="1500">
                <a:solidFill>
                  <a:srgbClr val="555555"/>
                </a:solidFill>
              </a:rPr>
              <a:t>Research question: does diagnosing WHICH edit a sentence needs before simplifying improve readability AND safety?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794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6F95"/>
                </a:solidFill>
              </a:rPr>
              <a:t>Diagnosis is validated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E7B4D"/>
                </a:solidFill>
              </a:rPr>
              <a:t>• UMLS jargon detection: </a:t>
            </a:r>
            <a:r>
              <a:rPr sz="1250">
                <a:solidFill>
                  <a:srgbClr val="1F2A44"/>
                </a:solidFill>
              </a:rPr>
              <a:t>100% abstract coverage vs 86.8% morphological baseline (n=530, validated on random samples, 3-layer filtering)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E7B4D"/>
                </a:solidFill>
              </a:rPr>
              <a:t>• BioBERT classifier: </a:t>
            </a:r>
            <a:r>
              <a:rPr sz="1250">
                <a:solidFill>
                  <a:srgbClr val="1F2A44"/>
                </a:solidFill>
              </a:rPr>
              <a:t>0.465 macro-F1, +9.7% over TF-IDF (0.424)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B03A2E"/>
                </a:solidFill>
              </a:rPr>
              <a:t>• DistilBERT: </a:t>
            </a:r>
            <a:r>
              <a:rPr sz="1250">
                <a:solidFill>
                  <a:srgbClr val="1F2A44"/>
                </a:solidFill>
              </a:rPr>
              <a:t>0.392 macro-F1, -7.5% vs TF-IDF — general pretraining alone hurts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E7B4D"/>
                </a:solidFill>
              </a:rPr>
              <a:t>• Domain features (UMLS+numerical): </a:t>
            </a:r>
            <a:r>
              <a:rPr sz="1250">
                <a:solidFill>
                  <a:srgbClr val="1F2A44"/>
                </a:solidFill>
              </a:rPr>
              <a:t>+2.1-2.5% macro-F1 over TF-IDF, verified via controlled ablation + model coefficients, not just F1 delta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E7B4D"/>
                </a:solidFill>
              </a:rPr>
              <a:t>• Detector independence: </a:t>
            </a:r>
            <a:r>
              <a:rPr sz="1250">
                <a:solidFill>
                  <a:srgbClr val="1F2A44"/>
                </a:solidFill>
              </a:rPr>
              <a:t>5 complexity detectors near-orthogonal (max phi=0.078)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94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6F95"/>
                </a:solidFill>
              </a:rPr>
              <a:t>Classifier progression (val, n=1,431)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114800"/>
          <a:ext cx="5577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128016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vs. TF-IDF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TF-IDF + LR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0.424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DistilBERT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-7.5%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BioBERT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0.465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+9.7%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TF-IDF + UMLS + 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+2.1%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TF-IDF + all 8 features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0.449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+2.5%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1887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6F95"/>
                </a:solidFill>
              </a:rPr>
              <a:t>What's still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F2A44"/>
                </a:solidFill>
              </a:rPr>
              <a:t>• Random sampling hides rare safety failures: </a:t>
            </a:r>
            <a:r>
              <a:rPr sz="1250">
                <a:solidFill>
                  <a:srgbClr val="1F2A44"/>
                </a:solidFill>
              </a:rPr>
              <a:t>random 50-sentence sample showed perfect (1.0) warning preservation across all baselines; warning-stratified stress test caught a real 5% drop in the Direct-LLM baseline — methodological finding, not noise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F2A44"/>
                </a:solidFill>
              </a:rPr>
              <a:t>• Pseudo-label distribution mismatch: </a:t>
            </a:r>
            <a:r>
              <a:rPr sz="1250">
                <a:solidFill>
                  <a:srgbClr val="1F2A44"/>
                </a:solidFill>
              </a:rPr>
              <a:t>our weak-supervision labels (Sub 43.2% / Exp 34.4% / Gen 22.5%) diverge from Ondov et al.'s real annotated PLABA distribution (64.7% / 19.3% / 6.3%) — classifier's ~0.45 macro-F1 ceiling is partly a label-quality ceiling, not purely model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7947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6F95"/>
                </a:solidFill>
              </a:rPr>
              <a:t>The one number that doesn't exist yet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03A2E"/>
                </a:solidFill>
              </a:rPr>
              <a:t>Operation-aware system vs. 3 baselines (SARI / warning / entity / numerical preservation) — this is the paper's central thesis test, and it has not been run yet. Diagnosis is proven; the generation comparison that proves diagnosis HELPS is the remaining experiment.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Team Contributions (Last 4 Days) + Cross-Check Findings</a:t>
            </a:r>
          </a:p>
          <a:p>
            <a:r>
              <a:rPr sz="1500">
                <a:solidFill>
                  <a:srgbClr val="555555"/>
                </a:solidFill>
              </a:rPr>
              <a:t>Git history 07/24–07/28 — what each teammate shipped, and what my review corrected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794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6F95"/>
                </a:solidFill>
              </a:rPr>
              <a:t>Zihao — Full-corpus evaluation (07/26)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E7B4D"/>
                </a:solidFill>
              </a:rPr>
              <a:t>• Shipped: </a:t>
            </a:r>
            <a:r>
              <a:rPr sz="1250">
                <a:solidFill>
                  <a:srgbClr val="1F2A44"/>
                </a:solidFill>
              </a:rPr>
              <a:t>run_evaluation.py upgraded to full val set (n=1,141) + warning-stratified stress test (n=73); added entity/numerical preservation to metric suite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E7B4D"/>
                </a:solidFill>
              </a:rPr>
              <a:t>• Impact: </a:t>
            </a:r>
            <a:r>
              <a:rPr sz="1250">
                <a:solidFill>
                  <a:srgbClr val="1F2A44"/>
                </a:solidFill>
              </a:rPr>
              <a:t>Direct LLM highest SARI (24.37) but only baseline dropping below 1.0 on warning (0.959) and numerical (0.949) preservation — safety/readability trade-off now empirically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6F95"/>
                </a:solidFill>
              </a:rPr>
              <a:t>Son / Sophakotra — Classifiers + pipeline (07/27)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E7B4D"/>
                </a:solidFill>
              </a:rPr>
              <a:t>• Shipped: </a:t>
            </a:r>
            <a:r>
              <a:rPr sz="1250">
                <a:solidFill>
                  <a:srgbClr val="1F2A44"/>
                </a:solidFill>
              </a:rPr>
              <a:t>TF-IDF refactor to stateless Pipeline; DistilBERT + BioBERT classifiers; feature-augmented models (Track 2); operation router, constrained prompts, end-to-end Baseline-4 pipeline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E7B4D"/>
                </a:solidFill>
              </a:rPr>
              <a:t>• Impact: </a:t>
            </a:r>
            <a:r>
              <a:rPr sz="1250">
                <a:solidFill>
                  <a:srgbClr val="1F2A44"/>
                </a:solidFill>
              </a:rPr>
              <a:t>delivered the strongest single result in the project (BioBERT +9.7%) and the full generation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6F95"/>
                </a:solidFill>
              </a:rPr>
              <a:t>My cross-check — 2 corrections to the narrative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B03A2E"/>
                </a:solidFill>
              </a:rPr>
              <a:t>• Track 2 "features don't help" was wrong: </a:t>
            </a:r>
            <a:r>
              <a:rPr sz="1250">
                <a:solidFill>
                  <a:srgbClr val="1F2A44"/>
                </a:solidFill>
              </a:rPr>
              <a:t>uncontrolled ablation (max_features 5,000 vs 50,000 mismatch between arms). Re-ran with matched settings → features DO help (+2.1-2.5%). Reverses a reported negative finding.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B03A2E"/>
                </a:solidFill>
              </a:rPr>
              <a:t>• Generation pipeline was silently broken: </a:t>
            </a:r>
            <a:r>
              <a:rPr sz="1250">
                <a:solidFill>
                  <a:srgbClr val="1F2A44"/>
                </a:solidFill>
              </a:rPr>
              <a:t>biobert_classifier.py never saved trained weights; end_to_end_pipeline.py was loading a fresh, UNTRAINED classifier (random 3-way head). Fixed: checkpoint saving + loud failure instead of silent wrong results. Also fixed CHV defaulting to a no-op placeholder.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4348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6F95"/>
                </a:solidFill>
              </a:rPr>
              <a:t>Rishabh — no new commits this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75488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F2A44"/>
                </a:solidFill>
              </a:rPr>
              <a:t>• Last shipped: </a:t>
            </a:r>
            <a:r>
              <a:rPr sz="1250">
                <a:solidFill>
                  <a:srgbClr val="1F2A44"/>
                </a:solidFill>
              </a:rPr>
              <a:t>07/03 — data loader, CHV module, EDA visualizations, Intro/Data/Related-Work sections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B03A2E"/>
                </a:solidFill>
              </a:rPr>
              <a:t>• Outstanding: </a:t>
            </a:r>
            <a:r>
              <a:rPr sz="1250">
                <a:solidFill>
                  <a:srgbClr val="1F2A44"/>
                </a:solidFill>
              </a:rPr>
              <a:t>readability-vs-safety scatter plot, Related Work condensing, duplicate bib-key fix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Remaining Work Before Submission</a:t>
            </a:r>
          </a:p>
          <a:p>
            <a:r>
              <a:rPr sz="1500">
                <a:solidFill>
                  <a:srgbClr val="555555"/>
                </a:solidFill>
              </a:rPr>
              <a:t>Priority-ordered — top item blocks the paper's central claim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794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03A2E"/>
                </a:solidFill>
              </a:rPr>
              <a:t>1. Operation-aware vs. 3 baselines comparison  — TOP PRIORITY, IN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F2A44"/>
                </a:solidFill>
              </a:rPr>
              <a:t>• Status: </a:t>
            </a:r>
            <a:r>
              <a:rPr sz="1250">
                <a:solidFill>
                  <a:srgbClr val="1F2A44"/>
                </a:solidFill>
              </a:rPr>
              <a:t>BioBERT checkpoint re-training running now (bug fix from Slide 2). Once done: run full pipeline (BioBERT → CHV / constrained FLAN-T5) through Zihao's SARI/warning/entity/numerical harness against all 3 baselines.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6F95"/>
                </a:solidFill>
              </a:rPr>
              <a:t>2. Final test-set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F2A44"/>
                </a:solidFill>
              </a:rPr>
              <a:t>• </a:t>
            </a:r>
            <a:r>
              <a:rPr sz="1250">
                <a:solidFill>
                  <a:srgbClr val="1F2A44"/>
                </a:solidFill>
              </a:rPr>
              <a:t>All numbers so far (Track 1, Track 2, baselines) are on val — correct for model selection, but paper needs one frozen-config test-set run for headline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514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6F95"/>
                </a:solidFill>
              </a:rPr>
              <a:t>3. Rishabh's outstanding items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83464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F2A44"/>
                </a:solidFill>
              </a:rPr>
              <a:t>• </a:t>
            </a:r>
            <a:r>
              <a:rPr sz="1250">
                <a:solidFill>
                  <a:srgbClr val="1F2A44"/>
                </a:solidFill>
              </a:rPr>
              <a:t>Readability-vs-safety scatter plot (now unblocked on Zihao's side, blocked on item 1); condense Related Work; fix duplicate bib keys (Ondov2025/Attal2023 vs. ondov2025lessons/attal2023plaba)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6F95"/>
                </a:solidFill>
              </a:rPr>
              <a:t>4. Human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F2A44"/>
                </a:solidFill>
              </a:rPr>
              <a:t>• </a:t>
            </a:r>
            <a:r>
              <a:rPr sz="1250">
                <a:solidFill>
                  <a:srgbClr val="1F2A44"/>
                </a:solidFill>
              </a:rPr>
              <a:t>Sample + rubric ready (20 sentences, warning-stratified, 3 outputs each) — needs to be run once operation-aware outputs exist.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8404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6F95"/>
                </a:solidFill>
              </a:rPr>
              <a:t>5. Whole-team sections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1605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F2A44"/>
                </a:solidFill>
              </a:rPr>
              <a:t>• </a:t>
            </a:r>
            <a:r>
              <a:rPr sz="1250">
                <a:solidFill>
                  <a:srgbClr val="1F2A44"/>
                </a:solidFill>
              </a:rPr>
              <a:t>Introduction, Problem Statement, Conclusion, Ethics Statement, Main Idea (Sophakotra — needs to reflect corrected Track 1/2 story), final 8-page trim.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Timeline: diagnostic/classification work is complete and validated. Remaining work is execution (run the experiment, run on test set) plus writing — no open research risk, on track for Thursday deadline.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